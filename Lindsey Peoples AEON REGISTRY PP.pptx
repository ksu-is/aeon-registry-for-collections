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0"/>
  </p:normalViewPr>
  <p:slideViewPr>
    <p:cSldViewPr snapToGrid="0">
      <p:cViewPr varScale="1">
        <p:scale>
          <a:sx n="90" d="100"/>
          <a:sy n="90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9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77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4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4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8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94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0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93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0807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77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07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16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7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8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4FB52-EB92-E348-976F-603753FA9CD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2BA26-DF66-0D4D-99B8-8D580693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398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FF29-4F2C-016C-D58D-EECF7CC7D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8863" y="0"/>
            <a:ext cx="3895725" cy="723900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Aeon Registry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BFE3D-B55F-84BC-6B6B-927619173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162719"/>
            <a:ext cx="4314825" cy="39846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Coding Project By Lindsey Peoples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9FA10-0B9B-0E1C-742A-DBAB2748BE35}"/>
              </a:ext>
            </a:extLst>
          </p:cNvPr>
          <p:cNvSpPr txBox="1"/>
          <p:nvPr/>
        </p:nvSpPr>
        <p:spPr>
          <a:xfrm>
            <a:off x="2057401" y="723900"/>
            <a:ext cx="9658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en-US" sz="1800" b="0" i="0" u="none" strike="noStrike" dirty="0">
                <a:solidFill>
                  <a:srgbClr val="202122"/>
                </a:solidFill>
                <a:effectLst/>
                <a:latin typeface="Book Antiqua" panose="02040602050305030304" pitchFamily="18" charset="0"/>
              </a:rPr>
              <a:t>My Idea involves creating a documentation software for collectors, researchers, hobbyists, scientists, ect. This would allow users to </a:t>
            </a:r>
            <a:r>
              <a:rPr lang="en-US" dirty="0">
                <a:solidFill>
                  <a:srgbClr val="202122"/>
                </a:solidFill>
                <a:latin typeface="Book Antiqua" panose="02040602050305030304" pitchFamily="18" charset="0"/>
              </a:rPr>
              <a:t>have the </a:t>
            </a:r>
            <a:r>
              <a:rPr lang="en-US" sz="1800" b="0" i="0" u="none" strike="noStrike" dirty="0">
                <a:solidFill>
                  <a:srgbClr val="202122"/>
                </a:solidFill>
                <a:effectLst/>
                <a:latin typeface="Book Antiqua" panose="02040602050305030304" pitchFamily="18" charset="0"/>
              </a:rPr>
              <a:t>ability to create a categorized digital entry for specimens or items found in nature. Items could be documented and saved under specific fields like taxonomy, location, scientific name, and specimen type. 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EED819-6D43-2E87-01DA-52FE8AA62A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" r="2480"/>
          <a:stretch/>
        </p:blipFill>
        <p:spPr bwMode="auto">
          <a:xfrm>
            <a:off x="1448864" y="2071559"/>
            <a:ext cx="3345401" cy="443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4F2C090-8B1D-93F3-9E4A-A8A0DD2156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995" b="25959"/>
          <a:stretch/>
        </p:blipFill>
        <p:spPr bwMode="auto">
          <a:xfrm>
            <a:off x="5719762" y="2762058"/>
            <a:ext cx="5067300" cy="281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F5EBA3-0364-CC4D-3C47-CF622851E864}"/>
              </a:ext>
            </a:extLst>
          </p:cNvPr>
          <p:cNvSpPr txBox="1"/>
          <p:nvPr/>
        </p:nvSpPr>
        <p:spPr>
          <a:xfrm>
            <a:off x="5005387" y="2032788"/>
            <a:ext cx="7160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202122"/>
                </a:solidFill>
                <a:latin typeface="Book Antiqua" panose="02040602050305030304" pitchFamily="18" charset="0"/>
              </a:rPr>
              <a:t>A) </a:t>
            </a:r>
            <a:r>
              <a:rPr lang="en-US" sz="1600" dirty="0">
                <a:solidFill>
                  <a:srgbClr val="202122"/>
                </a:solidFill>
                <a:latin typeface="Book Antiqua" panose="02040602050305030304" pitchFamily="18" charset="0"/>
              </a:rPr>
              <a:t>Example of what the entry software looks like for entry. The coding is    created and merged in VS Studio with MySQL Workbench. </a:t>
            </a:r>
          </a:p>
        </p:txBody>
      </p:sp>
      <p:sp>
        <p:nvSpPr>
          <p:cNvPr id="6" name="Bent-Up Arrow 5">
            <a:extLst>
              <a:ext uri="{FF2B5EF4-FFF2-40B4-BE49-F238E27FC236}">
                <a16:creationId xmlns:a16="http://schemas.microsoft.com/office/drawing/2014/main" id="{D55756DE-7D39-8ACA-4003-64B08A726839}"/>
              </a:ext>
            </a:extLst>
          </p:cNvPr>
          <p:cNvSpPr/>
          <p:nvPr/>
        </p:nvSpPr>
        <p:spPr>
          <a:xfrm rot="10800000">
            <a:off x="4255037" y="2071559"/>
            <a:ext cx="750350" cy="584775"/>
          </a:xfrm>
          <a:prstGeom prst="bent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55212-3A74-D3B4-3C4C-8AFF38E1BBFC}"/>
              </a:ext>
            </a:extLst>
          </p:cNvPr>
          <p:cNvSpPr txBox="1"/>
          <p:nvPr/>
        </p:nvSpPr>
        <p:spPr>
          <a:xfrm>
            <a:off x="5005387" y="5719985"/>
            <a:ext cx="6186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202122"/>
                </a:solidFill>
                <a:latin typeface="Book Antiqua" panose="02040602050305030304" pitchFamily="18" charset="0"/>
              </a:rPr>
              <a:t>B) </a:t>
            </a:r>
            <a:r>
              <a:rPr lang="en-US" sz="1600" dirty="0">
                <a:solidFill>
                  <a:srgbClr val="202122"/>
                </a:solidFill>
                <a:latin typeface="Book Antiqua" panose="02040602050305030304" pitchFamily="18" charset="0"/>
              </a:rPr>
              <a:t>Shows database in SQL that saves the documentations inputted on the produced Inventory Screen. </a:t>
            </a:r>
          </a:p>
        </p:txBody>
      </p:sp>
      <p:sp>
        <p:nvSpPr>
          <p:cNvPr id="8" name="Bent-Up Arrow 7">
            <a:extLst>
              <a:ext uri="{FF2B5EF4-FFF2-40B4-BE49-F238E27FC236}">
                <a16:creationId xmlns:a16="http://schemas.microsoft.com/office/drawing/2014/main" id="{6AF4DDFD-34FB-AF71-9DED-AEFB284D18FB}"/>
              </a:ext>
            </a:extLst>
          </p:cNvPr>
          <p:cNvSpPr/>
          <p:nvPr/>
        </p:nvSpPr>
        <p:spPr>
          <a:xfrm rot="16200000">
            <a:off x="10328038" y="5013650"/>
            <a:ext cx="750350" cy="584775"/>
          </a:xfrm>
          <a:prstGeom prst="bent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7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23</TotalTime>
  <Words>112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Book Antiqua</vt:lpstr>
      <vt:lpstr>Tw Cen MT</vt:lpstr>
      <vt:lpstr>Circuit</vt:lpstr>
      <vt:lpstr>Aeon Registry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Lindsey Peoples</dc:creator>
  <cp:lastModifiedBy>Lindsey Peoples</cp:lastModifiedBy>
  <cp:revision>1</cp:revision>
  <dcterms:created xsi:type="dcterms:W3CDTF">2026-04-27T17:48:18Z</dcterms:created>
  <dcterms:modified xsi:type="dcterms:W3CDTF">2026-04-27T18:11:36Z</dcterms:modified>
</cp:coreProperties>
</file>